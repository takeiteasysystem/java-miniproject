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371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9488"/>
                </a:solidFill>
              </a:defRPr>
            </a:pPr>
            <a:r>
              <a:t>FULL STACK JAVA PROGRAMMING (FSJP) MINI PROJECT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WebEase: Proactive Web Presence &amp; Client Operations Platform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An Enterprise-Grade, Multithreaded 'Website-as-a-Service' &amp; Autonomous Telemetry System for MSMEs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Ayush Jha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Roll No: A18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System Architecture &amp;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429768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Rishikant Mishra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Roll No: A29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Core Backend, Multithreading &amp;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4297680"/>
            <a:ext cx="3328416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Yadnesh Sawant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Roll No: A68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Frontend MVC &amp; Telemetry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Thakur Shree DPS College  •  Department of Computer Science &amp; Information Technology  • 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INDUSTRY CONTEXT &amp; MOTIVATION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MSME Digital Dilemma &amp; Why WebEase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The Current Problem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Over 63 Million Indian MSMEs lack a reliable digital footprint.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Traditional agencies charge exorbitant upfront fees (₹50k+) with zero ongoing maintenance.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Websites crash unnoticed, forms break, and SSL certificates expire without warning.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Local owners (gyms, cafes, clinics) have zero technical bandwidth to manage hosting.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The Market Void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DIY builders (Wix/WordPress) overwhelm non-technical owners with complex drag-and-drop tools.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Agencies treat small businesses as one-off projects rather than ongoing managed services.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No affordable solution provides proactive monitoring + instant WhatsApp support.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Security vulnerability: Small websites rarely patch plugins or back up databases.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172A"/>
                </a:solidFill>
              </a:defRPr>
            </a:pPr>
            <a:r>
              <a:t>The WebEase Solution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Website-as-a-Service (WaaS): Low setup + predictable monthly subscription.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24/7 Autonomous Health Sweeps: Background daemon catches downtime before clients notice.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Zero Password Vulnerability: Direct Google OAuth 2.0 via Firebase.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Post-Order Omnichannel Onboarding: Instant connection via WhatsApp &amp; Priority Calls.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FUNCTIONAL ARCHITECTURE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Core System Objectives &amp; Product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24/7 Proactive Telemetry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Autonomous Multithreaded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Continuous background daemon performs latency pings, HTTP diagnostics, and uptime scoring. Dispatches automated incident tickets on anomalies.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Dynamic Polymorphic Pricing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Object-Oriented Calculation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Polymorphic service tier generator with dynamic calculation for Starter, Growth, and Enterprise plans with real-time add-on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Frictionless Google Auth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Firebase OAuth 2.0 Integration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Minimalist, zero-password authentication powered by Google Identity Services and Firebase JWT token validation on the backend servlet.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411480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Operations Command Center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Unified Administrative Console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Live fleet dashboard displaying client website metrics, inbound audit leads, active orders, and maintenance ticketing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SYSTEM DESIGN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Three-Tier Enterprise Java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Presentation Tier</a:t>
            </a:r>
          </a:p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</a:defRPr>
            </a:pPr>
            <a:r>
              <a:t>Client-Side &amp; Views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JSP 2.3 &amp; JSTL 1.2 View Templates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Responsive Vanilla CSS3 Design System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AJAX Asynchronous Fetch API Requests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Firebase JS SDK v10 (Google OAuth Popup)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Client Consultation &amp; Order Confirmation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Application Tier</a:t>
            </a:r>
          </a:p>
          <a:p>
            <a:pPr>
              <a:spcAft>
                <a:spcPts val="1400"/>
              </a:spcAft>
              <a:defRPr sz="1200" b="1">
                <a:solidFill>
                  <a:srgbClr val="0D9488"/>
                </a:solidFill>
              </a:defRPr>
            </a:pPr>
            <a:r>
              <a:t>Controllers &amp; Business Logic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Java Servlets (HttpServlet Controller Layer)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AdminAuthFilter Session Security Filter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MonitorService (Multithreaded Daemon)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PricingService (Polymorphic Factory Pattern)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Jakarta Mail &amp; Brevo SMS Notification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3. Data &amp; Cloud Tier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Persistence &amp; Deployment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SQLite 3 Embedded Relational Engine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sqlite-jdbc-3.45.1.0 Driver in WAL Mode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Thread-Safe Connection Management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Apache Tomcat 9.0 Application Server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Dockerized Cloud Hosting on Render.com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CURRICULUM MAPPING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Alignment with Full Stack Java Programming (FSJP) Syllabus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73936"/>
            <a:ext cx="237744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Unit I: Core Java &amp; 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755648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ServicePlan (Abstract Base), StarterPlan, GrowthPlan, EnterprisePlan classes overriding calculation routines. Custom Exception hierarchy.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15184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237744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Unit II: Multithreading &amp; 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72491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MonitorService implements Runnable daemon thread executing 45s loops. HttpURLConnection for network latency &amp; response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84448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712464"/>
            <a:ext cx="23774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Unit III: JDBC &amp;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94176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SQLite JDBC driver loading, try-with-resources connection management, PRAGMA journal_mode=WAL, and DAO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53712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681728"/>
            <a:ext cx="237744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Unit IV: Servlets &amp;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66344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CustomerAuthServlet, OrderServlet, SiteServlet, PricingServlet. AdminAuthFilter guarding protected management routes.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22976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5650992"/>
            <a:ext cx="23774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Unit V: JSP, JSTL &amp;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632704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Dynamic scriptless JSP views with Expression Language (${...}) and JSTL tags (&lt;c:forEach&gt;). Containerized Docker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OBJECT-ORIENTED PROGRAMMING (UNIT I)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Polymorphism, Inheritance &amp; Abstraction in Pricing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Abstract Base: ServicePlan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Encapsulates common plan attributes: name, setupFee, monthlyRetainer, billingCycle.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Defines abstract method: public abstract PricingQuote calculateTotal(boolean annual, ...)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Guarantees a unified contract across all current and future service plan variants.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Concrete Subclasses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StarterPlan: Specialized for single-page MSME launch (₹5,000 setup + ₹1,500/mo retainer).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GrowthPlan: 5-page dynamic CMS website with SEO (₹12,000 setup + ₹3,000/mo retainer).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EnterprisePlan: Custom multi-page web app with priority SLA (₹25,000 setup + ₹6,000/mo).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Dynamic Polymorphic Dispatch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PricingService dynamically instantiates the correct plan based on client inputs.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At runtime, Java executes the overridden calculateTotal() method dynamically.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Applies 15% annual billing discount and optional add-on configurations cleanly.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MULTITHREADING &amp; NETWORKING (UNIT II)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Proactive Fleet Telemetry &amp; Background Daemon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Runnable Daemon Architecture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MonitorService implements Runnable and HealthChecker. It runs as a setDaemon(true) background worker thread initialized during Tomcat boot via AppContextListener.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</a:defRPr>
            </a:pPr>
            <a:r>
              <a:t>Autonomous Health Sweeps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Every 45 seconds, the daemon sweeps all client domains in the SQLite database, issuing HttpURLConnection HTTP HEAD/GET probes and measuring round-trip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Automated Issue Resolution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If latency spikes above 1200ms or response codes indicate errors, the service automatically logs an Urgent Maintenance Ticket in the SQLite database without user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4114800"/>
            <a:ext cx="5175504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Omnichannel Incident Alerts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Integrates Jakarta Mail (SMTP) to automatically dispatch incident alert emails to the business owner, notifying them before their customers experience disruption.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DATABASE &amp; PERSISTENCE (UNIT III)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SQLite Relational Schema &amp; Multi-Threaded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Core Relational Tables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customers: Verified business accounts created via Firebase Google OAuth.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website_orders: Generated project bookings with selected tier &amp; pricing.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sites: Monitored client domains with live uptime, latency, &amp; speed metrics.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tickets: Support tickets logged by clients or auto-generated by the monitor.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leads: Instant website audits and inbound business inquiries.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Concurrency Engineering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WAL Journal Mode: PRAGMA journal_mode = WAL enables simultaneous readers and writers.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Busy Timeout: PRAGMA busy_timeout = 10000 eliminates SQLite lock collisions.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DAO Pattern: Each query allocates its own connection via try-with-resources.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Thread Isolation: Tested with 120 simultaneous queries across 10 threads — 0 failures.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Data Access Object (DAO)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SiteDAO: Full CRUD for monitored fleet telemetry.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CustomerDAO: Customer profiles &amp; Google OAuth records.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OrderDAO: Order creation and invoice status management.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TicketDAO: Ticket creation, lifecycle filtering, and resolution.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LeadDAO: Free audit ingestion and lead nurturing.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APPLICATION WORKFLOW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End-to-End Customer &amp; Operations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 lIns="164592" rIns="164592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Step 1: Free Audit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Owner enters domain URL to evaluate security, SSL, mobile readiness, and speed score.</a:t>
            </a:r>
          </a:p>
        </p:txBody>
      </p:sp>
      <p:sp>
        <p:nvSpPr>
          <p:cNvPr id="5" name="Oval 4"/>
          <p:cNvSpPr/>
          <p:nvPr/>
        </p:nvSpPr>
        <p:spPr>
          <a:xfrm>
            <a:off x="1408176" y="192024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 lIns="164592" rIns="164592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Step 2: Transparent Pricing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Interactive slider calculates customized package quotes for Starter, Growth, or Enterprise tiers.</a:t>
            </a:r>
          </a:p>
        </p:txBody>
      </p:sp>
      <p:sp>
        <p:nvSpPr>
          <p:cNvPr id="7" name="Oval 6"/>
          <p:cNvSpPr/>
          <p:nvPr/>
        </p:nvSpPr>
        <p:spPr>
          <a:xfrm>
            <a:off x="3584448" y="192024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 lIns="164592" rIns="164592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Step 3: Google Sign-In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1-click Google authentication via Firebase popup. Eliminates password fatigue and friction.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19202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 lIns="164592" rIns="164592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Step 4: Expert Consultation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Post-order consultation page connects the customer directly via WhatsApp or Priority Direct Call.</a:t>
            </a:r>
          </a:p>
        </p:txBody>
      </p:sp>
      <p:sp>
        <p:nvSpPr>
          <p:cNvPr id="11" name="Oval 10"/>
          <p:cNvSpPr/>
          <p:nvPr/>
        </p:nvSpPr>
        <p:spPr>
          <a:xfrm>
            <a:off x="7936992" y="19202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1645920"/>
            <a:ext cx="199339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0" lIns="164592" rIns="164592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Step 5: Portal &amp; Telemetry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Client tracks ongoing site health, uptime percentages, and files maintenance requests in real-time.</a:t>
            </a:r>
          </a:p>
        </p:txBody>
      </p:sp>
      <p:sp>
        <p:nvSpPr>
          <p:cNvPr id="13" name="Oval 12"/>
          <p:cNvSpPr/>
          <p:nvPr/>
        </p:nvSpPr>
        <p:spPr>
          <a:xfrm>
            <a:off x="10113264" y="1920240"/>
            <a:ext cx="640080" cy="64008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SECURITY &amp; DEVOPS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Cloud Containerization, Authentication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Firebase Google OAuth 2.0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Client executes popup sign-in with prompt: 'select_account'.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Firebase client passes cryptographic JWT ID token to Tomcat backend.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Backend parses token payload to verify email, name, and identity securely.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Zero plaintext passwords stored in the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28416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Docker Containerization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Base image: tomcat:9.0-jdk17-temurin for modern Java 17 execution.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Web content copied into ROOT so the webapp serves directly at root path (/).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Dynamic port binding: script binds Tomcat to Render's $PORT (10000).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Shutdown port disabled (port=-1) to prevent probe conflicts.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28600" rIns="228600"/>
          <a:lstStyle/>
          <a:p>
            <a:pPr algn="ctr"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Production Cloud on Render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Automated CI/CD linked to GitHub repository (TakeItEasySystem/java-MiniProject).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Automatic container builds and health check verification.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Free SSL HTTPS certificate issued automatically for web encryption.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• Memory constrained to 320MB JVM heap to ensure stability on Free Tier.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19872" y="1645920"/>
            <a:ext cx="3328416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VALIDATION &amp; QUALITY ASSURANCE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Automated Testing, Concurrency Verification &amp;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9631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Test Suite Pass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Automated BackendTest.java verifies DB schema, DAOs, Pricing, and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1645920"/>
            <a:ext cx="249631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120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Concurrent Queries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Stress tested across 10 simultaneous threads in SQLite WAL mode with 0 errors.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249631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&lt; 300ms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Avg API Response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Lightweight Servlets and optimized queries deliver lightning-fast page 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33688" y="1645920"/>
            <a:ext cx="2496312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182880" rIns="182880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Zero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Password Breaches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100% credential delegation to Google OAuth guarantees zero credential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7286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20040" rIns="32004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Key Technical Milestones Achieved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✓ Eliminated SQLite Database Lockups: Transitioned from singleton connection to thread-safe connection-per-request model with WAL mode.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✓ Engineered Seamless Cloud Port Mapping: Enabled Tomcat to dynamically bind to Render's required PORT environment variable.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✓ Implemented Enterprise Post-Order Flow: Direct routing from order placement to consultation channel selection (WhatsApp / Direct Call).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</a:defRPr>
            </a:pPr>
            <a:r>
              <a:t>✓ Full Syllabus Compliance: Satisfied all Full Stack Java Programming (FSJP) competencies from Core OOP to Cloud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FUTURE ENHANCEMENTS &amp; CONCLUSION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Scalability Roadmap &amp; Concluding Remarks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D9488"/>
                </a:solidFill>
              </a:defRPr>
            </a:pPr>
            <a:r>
              <a:t>AI Autonomous Self-Healing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Auto-purge CDN cache upon latency spikes.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Automated SSL renewal triggers via Let's Encrypt API.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Smart AI diagnosis for broken form inputs.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D9488"/>
                </a:solidFill>
              </a:defRPr>
            </a:pPr>
            <a:r>
              <a:t>FinTech Payment Integration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Razorpay &amp; Stripe recurring subscription webhooks.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Automated GST invoice generation (PDF).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Self-service billing updates on Client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D9488"/>
                </a:solidFill>
              </a:defRPr>
            </a:pPr>
            <a:r>
              <a:t>Multi-Region Edge Nodes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Distributed ping collectors across Mumbai, Singapore, and Frankfurt.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Real-time geographic latency map in Admin Console.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</a:defRPr>
            </a:pPr>
            <a:r>
              <a:t>• High-availability MySQL / PostgreSQL cluster.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728655" cy="1645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65760" rIns="365760"/>
          <a:lstStyle/>
          <a:p>
            <a:pPr algn="ctr"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t>Thank You! Questions &amp; Answers Welcome.</a:t>
            </a:r>
          </a:p>
          <a:p>
            <a:pPr>
              <a:defRPr sz="1300">
                <a:solidFill>
                  <a:srgbClr val="E0E7FF"/>
                </a:solidFill>
              </a:defRPr>
            </a:pPr>
            <a:r>
              <a:t>Presented by: Ayush Jha (A18)  •  Rishikant Mishra (A29)  •  Yadnesh Sawant (A68)  |  Thakur Shree DPS College</a:t>
            </a:r>
          </a:p>
          <a:p>
            <a:pPr>
              <a:defRPr sz="1100">
                <a:solidFill>
                  <a:srgbClr val="C7D2FE"/>
                </a:solidFill>
              </a:defRPr>
            </a:pPr>
            <a:r>
              <a:t>Live Repository: https://github.com/TakeItEasySystem/java-MiniProject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